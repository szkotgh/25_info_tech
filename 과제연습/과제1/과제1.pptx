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>
        <p:scale>
          <a:sx n="125" d="100"/>
          <a:sy n="125" d="100"/>
        </p:scale>
        <p:origin x="256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907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6156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24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258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320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5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33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655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96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74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8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EFD75-7221-4FC2-A032-3E95C04161FE}" type="datetimeFigureOut">
              <a:rPr lang="ko-KR" altLang="en-US" smtClean="0"/>
              <a:t>2025-04-01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4072A-D575-417D-8673-F28039A0B4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796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693C65-BD58-0176-4E16-51FAB44CDF7E}"/>
              </a:ext>
            </a:extLst>
          </p:cNvPr>
          <p:cNvSpPr/>
          <p:nvPr/>
        </p:nvSpPr>
        <p:spPr>
          <a:xfrm>
            <a:off x="146050" y="469900"/>
            <a:ext cx="9569450" cy="514350"/>
          </a:xfrm>
          <a:prstGeom prst="rect">
            <a:avLst/>
          </a:prstGeom>
          <a:solidFill>
            <a:srgbClr val="FFC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>
                <a:solidFill>
                  <a:schemeClr val="tx1"/>
                </a:solidFill>
              </a:rPr>
              <a:t>1</a:t>
            </a:r>
            <a:r>
              <a:rPr lang="ko-KR" altLang="en-US" sz="2400" b="1" dirty="0">
                <a:solidFill>
                  <a:schemeClr val="tx1"/>
                </a:solidFill>
              </a:rPr>
              <a:t>과제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ACC12A-06A9-8ED9-F95B-F746CEC30E84}"/>
              </a:ext>
            </a:extLst>
          </p:cNvPr>
          <p:cNvSpPr/>
          <p:nvPr/>
        </p:nvSpPr>
        <p:spPr>
          <a:xfrm>
            <a:off x="647700" y="3601720"/>
            <a:ext cx="1463040" cy="5143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9DA2EDA-6BB1-E4B8-B63D-2F4D6A7A6D06}"/>
              </a:ext>
            </a:extLst>
          </p:cNvPr>
          <p:cNvSpPr/>
          <p:nvPr/>
        </p:nvSpPr>
        <p:spPr>
          <a:xfrm>
            <a:off x="2374900" y="4427220"/>
            <a:ext cx="1463040" cy="514350"/>
          </a:xfrm>
          <a:prstGeom prst="rect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관리자로그인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931760-70DB-D9FC-0B1D-77626B453FE0}"/>
              </a:ext>
            </a:extLst>
          </p:cNvPr>
          <p:cNvSpPr/>
          <p:nvPr/>
        </p:nvSpPr>
        <p:spPr>
          <a:xfrm>
            <a:off x="2374900" y="3173095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7495EA-2517-DAB9-2548-138166850F20}"/>
              </a:ext>
            </a:extLst>
          </p:cNvPr>
          <p:cNvSpPr/>
          <p:nvPr/>
        </p:nvSpPr>
        <p:spPr>
          <a:xfrm>
            <a:off x="4102099" y="3168332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회원메뉴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5F0F12-2D4D-77AA-2B88-11C28E5B7877}"/>
              </a:ext>
            </a:extLst>
          </p:cNvPr>
          <p:cNvSpPr/>
          <p:nvPr/>
        </p:nvSpPr>
        <p:spPr>
          <a:xfrm>
            <a:off x="5829300" y="2786379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BF8F58-6110-E003-491D-9C7D83A51568}"/>
              </a:ext>
            </a:extLst>
          </p:cNvPr>
          <p:cNvSpPr/>
          <p:nvPr/>
        </p:nvSpPr>
        <p:spPr>
          <a:xfrm>
            <a:off x="5829300" y="3618229"/>
            <a:ext cx="1463040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CF9A78-B59C-94C5-4972-16448D1D112C}"/>
              </a:ext>
            </a:extLst>
          </p:cNvPr>
          <p:cNvSpPr/>
          <p:nvPr/>
        </p:nvSpPr>
        <p:spPr>
          <a:xfrm>
            <a:off x="7556500" y="1932305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BBACD02-6F01-4BC4-E59B-E865362D1CB2}"/>
              </a:ext>
            </a:extLst>
          </p:cNvPr>
          <p:cNvSpPr/>
          <p:nvPr/>
        </p:nvSpPr>
        <p:spPr>
          <a:xfrm>
            <a:off x="7556500" y="2786380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달력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18BA7B-6B68-BCD3-4FE9-338A5B953AD4}"/>
              </a:ext>
            </a:extLst>
          </p:cNvPr>
          <p:cNvSpPr/>
          <p:nvPr/>
        </p:nvSpPr>
        <p:spPr>
          <a:xfrm>
            <a:off x="7556500" y="3640455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운행리스트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4ADFC0C-0284-0A6E-77CF-B4DCD3049166}"/>
              </a:ext>
            </a:extLst>
          </p:cNvPr>
          <p:cNvSpPr/>
          <p:nvPr/>
        </p:nvSpPr>
        <p:spPr>
          <a:xfrm>
            <a:off x="7556500" y="4494530"/>
            <a:ext cx="1463040" cy="5143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11.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좌석배치도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6551F0-F054-5E4F-5A65-6782B4BE52AD}"/>
              </a:ext>
            </a:extLst>
          </p:cNvPr>
          <p:cNvSpPr/>
          <p:nvPr/>
        </p:nvSpPr>
        <p:spPr>
          <a:xfrm>
            <a:off x="4102100" y="4427218"/>
            <a:ext cx="1463040" cy="514350"/>
          </a:xfrm>
          <a:prstGeom prst="rect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B0F22E7-B046-02CC-31E0-F34EF76D19D7}"/>
              </a:ext>
            </a:extLst>
          </p:cNvPr>
          <p:cNvSpPr/>
          <p:nvPr/>
        </p:nvSpPr>
        <p:spPr>
          <a:xfrm>
            <a:off x="5829300" y="4422455"/>
            <a:ext cx="1463040" cy="514350"/>
          </a:xfrm>
          <a:prstGeom prst="rect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6.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회원정보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3E9FCF-EA3F-658E-5CE9-80F8DE16EF82}"/>
              </a:ext>
            </a:extLst>
          </p:cNvPr>
          <p:cNvSpPr/>
          <p:nvPr/>
        </p:nvSpPr>
        <p:spPr>
          <a:xfrm>
            <a:off x="5829300" y="5143180"/>
            <a:ext cx="1463040" cy="514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통계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E8A262F-9FA3-E0AB-328A-BF571C436A12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2110740" y="3430270"/>
            <a:ext cx="264160" cy="428625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40C4AF7-211A-3209-9FFD-9CC7DA7EE6E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110740" y="3858895"/>
            <a:ext cx="264160" cy="8255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CA1ED58C-4B18-A75C-687D-33030EBFF414}"/>
              </a:ext>
            </a:extLst>
          </p:cNvPr>
          <p:cNvCxnSpPr>
            <a:stCxn id="7" idx="3"/>
            <a:endCxn id="16" idx="1"/>
          </p:cNvCxnSpPr>
          <p:nvPr/>
        </p:nvCxnSpPr>
        <p:spPr>
          <a:xfrm flipV="1">
            <a:off x="3837940" y="4684393"/>
            <a:ext cx="264160" cy="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30F4DA6F-CDFD-2A1B-D612-098C47D4496A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5565140" y="4679630"/>
            <a:ext cx="264160" cy="476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9EC76DFF-7809-2519-37C8-422DFB13CA12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5565140" y="4684393"/>
            <a:ext cx="264160" cy="715962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F75F3A4C-393B-C130-967F-7E63976155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 flipV="1">
            <a:off x="5565139" y="3043554"/>
            <a:ext cx="264161" cy="38195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7AC835F4-414E-0481-6AAD-FDC02BF02587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565139" y="3425507"/>
            <a:ext cx="264161" cy="449897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7DF66AE-55C6-155E-8AC2-1A3B6EC12B71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7292340" y="2189480"/>
            <a:ext cx="264160" cy="854074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63854333-7111-2FE4-A383-61B61E1F696D}"/>
              </a:ext>
            </a:extLst>
          </p:cNvPr>
          <p:cNvCxnSpPr>
            <a:stCxn id="10" idx="3"/>
            <a:endCxn id="13" idx="1"/>
          </p:cNvCxnSpPr>
          <p:nvPr/>
        </p:nvCxnSpPr>
        <p:spPr>
          <a:xfrm>
            <a:off x="7292340" y="3043554"/>
            <a:ext cx="264160" cy="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0EA8BE4A-C90C-8AFE-5D2C-3D8FBB79B6EC}"/>
              </a:ext>
            </a:extLst>
          </p:cNvPr>
          <p:cNvCxnSpPr>
            <a:stCxn id="14" idx="1"/>
            <a:endCxn id="10" idx="3"/>
          </p:cNvCxnSpPr>
          <p:nvPr/>
        </p:nvCxnSpPr>
        <p:spPr>
          <a:xfrm rot="10800000">
            <a:off x="7292340" y="3043554"/>
            <a:ext cx="264160" cy="854076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9E565F9A-C61B-5523-C186-1834A313DDCF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7292340" y="3043554"/>
            <a:ext cx="264160" cy="1708151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B4ADDCE0-CF5A-4F10-3F30-66F8F6F093D2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3837940" y="3425507"/>
            <a:ext cx="264159" cy="476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4C7C609-B891-5458-164D-358D79899178}"/>
              </a:ext>
            </a:extLst>
          </p:cNvPr>
          <p:cNvSpPr/>
          <p:nvPr/>
        </p:nvSpPr>
        <p:spPr>
          <a:xfrm>
            <a:off x="647700" y="1416050"/>
            <a:ext cx="425450" cy="42545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1</a:t>
            </a:r>
            <a:endParaRPr lang="ko-KR" altLang="en-US" sz="2000" b="1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C3021CA-4DC4-F5A0-082C-FCED9B66D360}"/>
              </a:ext>
            </a:extLst>
          </p:cNvPr>
          <p:cNvSpPr/>
          <p:nvPr/>
        </p:nvSpPr>
        <p:spPr>
          <a:xfrm>
            <a:off x="1151890" y="1416050"/>
            <a:ext cx="425450" cy="425450"/>
          </a:xfrm>
          <a:prstGeom prst="rect">
            <a:avLst/>
          </a:prstGeom>
          <a:solidFill>
            <a:schemeClr val="accent6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2</a:t>
            </a:r>
            <a:endParaRPr lang="ko-KR" altLang="en-US" sz="2000" b="1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D276E63-063F-57EF-4B62-94329D40B17E}"/>
              </a:ext>
            </a:extLst>
          </p:cNvPr>
          <p:cNvSpPr/>
          <p:nvPr/>
        </p:nvSpPr>
        <p:spPr>
          <a:xfrm>
            <a:off x="1661795" y="1416050"/>
            <a:ext cx="425450" cy="425450"/>
          </a:xfrm>
          <a:prstGeom prst="rect">
            <a:avLst/>
          </a:prstGeom>
          <a:solidFill>
            <a:schemeClr val="accent4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3</a:t>
            </a:r>
            <a:endParaRPr lang="ko-KR" altLang="en-US" sz="2000" b="1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0644AEE-B9B7-937D-7B73-D6292D73A1FE}"/>
              </a:ext>
            </a:extLst>
          </p:cNvPr>
          <p:cNvSpPr/>
          <p:nvPr/>
        </p:nvSpPr>
        <p:spPr>
          <a:xfrm>
            <a:off x="2171700" y="1416050"/>
            <a:ext cx="425450" cy="425450"/>
          </a:xfrm>
          <a:prstGeom prst="rect">
            <a:avLst/>
          </a:prstGeom>
          <a:solidFill>
            <a:srgbClr val="7F7F7F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4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4937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278</TotalTime>
  <Words>41</Words>
  <Application>Microsoft Office PowerPoint</Application>
  <PresentationFormat>A4 용지(210x297mm)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학생_이건희</dc:creator>
  <cp:lastModifiedBy>학생_이건희</cp:lastModifiedBy>
  <cp:revision>1</cp:revision>
  <dcterms:created xsi:type="dcterms:W3CDTF">2025-04-01T03:42:26Z</dcterms:created>
  <dcterms:modified xsi:type="dcterms:W3CDTF">2025-04-01T08:20:48Z</dcterms:modified>
</cp:coreProperties>
</file>